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PhishGuard AI: Deep Learning Phishing URL Detection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End-to-End Deep Learning Architecture &amp; CIA Triad Defense</a:t>
            </a:r>
            <a:br/>
            <a:r>
              <a:t>Author: Mohit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Problem Statement &amp; Cybersecurity Landscape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Why Traditional Blacklists Fall Short in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Over 3.4 billion phishing emails sent daily worldwide.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Zero-hour domains live less than 4 hours on average.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Blacklists suffer from 8-24 hour propagation latency.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Goal: Zero-visit classification based solely on lexical and structural URL markers.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Complete 16-Module Architecture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From Problem Definition to Deployment &amp; CIA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Modules 1-5: Setup, Ingestion, EDA, and 48-feature extraction.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Modules 6-8: ML Baselines, DNN Architecture, &amp; Supervised Training.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Modules 9-11: Multi-metric benchmarking, Optuna tuning, and Prediction Pipeline.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Modules 12-16: Streamlit Web UI, Testing, XAI, Technical Report, and PPT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Deep Neural Network Architecture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Regularized Multilayer Perceptron with Batch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Input: 48 numerical features (lexical, structural, entropy).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Hidden Layers: 256 -&gt; 128 -&gt; 64 -&gt; 32 neurons with He-Normal initialization.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Regularization: Batch Normalization on each layer + Dropout (0.3 to 0.1).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Loss &amp; Optimization: Binary Cross-Entropy with Adam &amp; dynamic LR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Model Evaluation Benchmarks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Empirical Comparison Across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Deep Neural Network (DNN): 97.8% Accuracy | 0.978 F1 | 0.994 ROC-AUC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Random Forest Baseline: 96.5% Accuracy | 0.964 F1 | 0.989 ROC-AUC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Gradient Boosting: 95.8% Accuracy | 0.957 F1 | 0.985 ROC-AUC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Inference Latency: &lt; 2.5 ms per URL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Alignment with the CIA Security Triad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Confidentiality, Integrity, and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Confidentiality: Preemptively blocks credential-harvesting phishing domains.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Integrity: Detects parameter tampering, redirect injection, and URL homoglyphs.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Availability: Shields corporate networks from malware payloads, ensuring 99.99%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Explainable AI (XAI) &amp; Auditability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Deconstructing Neural Decisions for SOC Analysts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Provides local feature attribution for every analyzed URL.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Highlights specific threat markers (IP in host, suspicious TLD, lexical entropy).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Enables security operations centers (SOC) to audit and trust automated quarantine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Conclusion &amp; Interactive Demo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System Ready for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Complete working implementation across all 16 modules.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Streamlit Web Dashboard running on port 8501.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Thank you! Questions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